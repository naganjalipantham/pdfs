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2637B58-87C1-446D-BDA9-B06F4BCF7782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6133-800C-D339-FF89-5E19AC5F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6289" y="1817026"/>
            <a:ext cx="9590535" cy="2310580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The Evolution of Music Through Technology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D5543-39F1-FE34-D09E-63F3BDE6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746" y="6183186"/>
            <a:ext cx="4138752" cy="424092"/>
          </a:xfrm>
        </p:spPr>
        <p:txBody>
          <a:bodyPr/>
          <a:lstStyle/>
          <a:p>
            <a:r>
              <a:rPr lang="en-IN" dirty="0"/>
              <a:t>Team Name: Code Crafters</a:t>
            </a:r>
          </a:p>
        </p:txBody>
      </p:sp>
    </p:spTree>
    <p:extLst>
      <p:ext uri="{BB962C8B-B14F-4D97-AF65-F5344CB8AC3E}">
        <p14:creationId xmlns:p14="http://schemas.microsoft.com/office/powerpoint/2010/main" val="111000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D84A-7E65-55B4-6C35-86E7F94F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5" y="461414"/>
            <a:ext cx="9914859" cy="707190"/>
          </a:xfrm>
        </p:spPr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123448-4F5D-381B-216B-AF0D3DD85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8764" y="1178467"/>
            <a:ext cx="951955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Music is a universal form of expression across all cultures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transformed how music is: </a:t>
            </a:r>
          </a:p>
          <a:p>
            <a:pPr lvl="1" indent="-330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</a:p>
          <a:p>
            <a:pPr lvl="1" indent="-330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Recorded </a:t>
            </a:r>
          </a:p>
          <a:p>
            <a:pPr lvl="1" indent="-330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</a:t>
            </a:r>
          </a:p>
          <a:p>
            <a:pPr lvl="1" indent="-330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Consumed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Innovations have made music more accessible worldwide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Today, anyone with a smartphone can create, edit, and share music globally </a:t>
            </a:r>
          </a:p>
        </p:txBody>
      </p:sp>
    </p:spTree>
    <p:extLst>
      <p:ext uri="{BB962C8B-B14F-4D97-AF65-F5344CB8AC3E}">
        <p14:creationId xmlns:p14="http://schemas.microsoft.com/office/powerpoint/2010/main" val="365218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48B4-E819-C99E-A041-51EC3DEE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2513"/>
            <a:ext cx="9914859" cy="736687"/>
          </a:xfrm>
        </p:spPr>
        <p:txBody>
          <a:bodyPr/>
          <a:lstStyle/>
          <a:p>
            <a:pPr algn="ctr"/>
            <a:r>
              <a:rPr lang="en-IN" dirty="0"/>
              <a:t>Ancient Era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5C9B4E-3056-9D96-E74D-35937A8C04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7245" y="995680"/>
            <a:ext cx="6764594" cy="4709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music used natural and handmade instruments: </a:t>
            </a:r>
          </a:p>
          <a:p>
            <a:pPr lvl="1" indent="-330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Drums (animal skins) </a:t>
            </a:r>
          </a:p>
          <a:p>
            <a:pPr lvl="1" indent="-330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Flutes (bones and wood)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was passed orally (no written notation)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Played a key role in: </a:t>
            </a:r>
          </a:p>
          <a:p>
            <a:pPr lvl="1" indent="-330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Religious rituals </a:t>
            </a:r>
          </a:p>
          <a:p>
            <a:pPr lvl="1" indent="-330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Tribal communication </a:t>
            </a:r>
          </a:p>
          <a:p>
            <a:pPr lvl="1" indent="-330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Celebrations and storytelling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connection with culture, traditions, and nature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16307-4398-AA61-1381-01315F811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313" y="2346158"/>
            <a:ext cx="4150245" cy="27862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564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4FDCD-2AE9-9B8D-3605-2FDCD26B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721" y="276036"/>
            <a:ext cx="9914859" cy="6088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Printing Press Era (15th Century)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FABE6-05C2-E43E-3D0A-B2CE51195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061883"/>
            <a:ext cx="7295535" cy="536841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Printing press enabled mass production of music materials 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Helped in spreading music widely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in Music: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Printing and distributing sheet music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musical notation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Helping composers share their work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music accessible to more people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books sold across regions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Easier learning for musicians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music education and global exchange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10657F-7444-E7CF-E8F4-53AF00198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379" y="1726508"/>
            <a:ext cx="3775178" cy="3838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560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A791-A0D1-241C-C51F-6470763E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14" y="335030"/>
            <a:ext cx="9914859" cy="7071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Phonograph &amp; Radio Era (Late 1800s–1950s)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B3CB-613D-F203-0CB7-ED6168895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6" y="1162590"/>
            <a:ext cx="10422194" cy="5434855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30000"/>
              </a:lnSpc>
              <a:buClr>
                <a:schemeClr val="tx1"/>
              </a:buClr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time music could be recorded and replayed </a:t>
            </a:r>
          </a:p>
          <a:p>
            <a:pPr algn="just">
              <a:lnSpc>
                <a:spcPct val="130000"/>
              </a:lnSpc>
              <a:buClr>
                <a:schemeClr val="tx1"/>
              </a:buClr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dependence on live performances </a:t>
            </a:r>
          </a:p>
          <a:p>
            <a:pPr marL="0" indent="0" algn="just">
              <a:lnSpc>
                <a:spcPct val="130000"/>
              </a:lnSpc>
              <a:buClr>
                <a:schemeClr val="tx1"/>
              </a:buClr>
              <a:buNone/>
            </a:pPr>
            <a:r>
              <a:rPr 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Changes:</a:t>
            </a:r>
          </a:p>
          <a:p>
            <a:pPr lvl="1" indent="-330200" algn="just">
              <a:lnSpc>
                <a:spcPct val="13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listening at home became common </a:t>
            </a:r>
          </a:p>
          <a:p>
            <a:pPr lvl="1" indent="-330200" algn="just">
              <a:lnSpc>
                <a:spcPct val="13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enabled mass broadcasting </a:t>
            </a:r>
          </a:p>
          <a:p>
            <a:pPr lvl="1" indent="-330200" algn="just">
              <a:lnSpc>
                <a:spcPct val="13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and news reached large audiences </a:t>
            </a:r>
          </a:p>
          <a:p>
            <a:pPr marL="685800" indent="-685800" algn="just">
              <a:lnSpc>
                <a:spcPct val="130000"/>
              </a:lnSpc>
              <a:buClr>
                <a:schemeClr val="tx1"/>
              </a:buClr>
              <a:buNone/>
            </a:pPr>
            <a:r>
              <a:rPr 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 indent="-330200" algn="just">
              <a:lnSpc>
                <a:spcPct val="13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Phonograph by Thomas Edison </a:t>
            </a:r>
          </a:p>
          <a:p>
            <a:pPr lvl="1" indent="-330200" algn="just">
              <a:lnSpc>
                <a:spcPct val="13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radio broadcasting stations </a:t>
            </a:r>
          </a:p>
          <a:p>
            <a:pPr marL="685800" indent="-685800" algn="just">
              <a:lnSpc>
                <a:spcPct val="130000"/>
              </a:lnSpc>
              <a:buClr>
                <a:schemeClr val="tx1"/>
              </a:buClr>
              <a:buNone/>
            </a:pPr>
            <a:r>
              <a:rPr 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</a:p>
          <a:p>
            <a:pPr lvl="1" indent="-330200" algn="just">
              <a:lnSpc>
                <a:spcPct val="13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mass communication </a:t>
            </a:r>
          </a:p>
          <a:p>
            <a:pPr lvl="1" indent="-330200" algn="just">
              <a:lnSpc>
                <a:spcPct val="13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entertainment widely accessible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A1D16-BC99-A833-CCF0-0C661A31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697" y="2179257"/>
            <a:ext cx="3608880" cy="24320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690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5D18-9CB7-6387-76C6-36D921642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6141"/>
            <a:ext cx="9914859" cy="687526"/>
          </a:xfrm>
        </p:spPr>
        <p:txBody>
          <a:bodyPr/>
          <a:lstStyle/>
          <a:p>
            <a:pPr algn="ctr"/>
            <a:r>
              <a:rPr lang="en-IN" sz="3200" dirty="0"/>
              <a:t>Magnetic Tape &amp; Vinyl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D4356-1CB1-AD0F-ADC8-4FBFDDC1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893667"/>
            <a:ext cx="7806813" cy="556880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Clr>
                <a:schemeClr val="tx1"/>
              </a:buClr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Vinyl Records: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5125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discs played using a stylus </a:t>
            </a:r>
          </a:p>
          <a:p>
            <a:pPr marL="720725" indent="-365125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 for high-quality “warm” sound </a:t>
            </a:r>
          </a:p>
          <a:p>
            <a:pPr marL="720725" indent="-365125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for albums and distribution </a:t>
            </a:r>
          </a:p>
          <a:p>
            <a:pPr marL="720725" indent="-365125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fragile, limited duration 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Tape: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audio as magnetic signals </a:t>
            </a:r>
          </a:p>
          <a:p>
            <a:pPr marL="720725" indent="-3556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cassettes and reel systems </a:t>
            </a:r>
          </a:p>
          <a:p>
            <a:pPr marL="720725" indent="-3556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recording, editing, and re-recording </a:t>
            </a:r>
          </a:p>
          <a:p>
            <a:pPr marL="720725" indent="-3556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widely used 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mass music production </a:t>
            </a:r>
          </a:p>
          <a:p>
            <a:pPr marL="720725" indent="-3556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multi-track recording </a:t>
            </a:r>
          </a:p>
          <a:p>
            <a:pPr marL="720725" indent="-3556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Allowed personal recordings (mixtapes)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431795-1162-4560-499A-C38EF091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66" y="2381103"/>
            <a:ext cx="3491412" cy="2612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1102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2C54-69D3-87EA-3CB0-224A44E5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314296"/>
            <a:ext cx="9914859" cy="589203"/>
          </a:xfrm>
        </p:spPr>
        <p:txBody>
          <a:bodyPr/>
          <a:lstStyle/>
          <a:p>
            <a:pPr algn="ctr"/>
            <a:r>
              <a:rPr lang="en-IN" sz="3200" dirty="0"/>
              <a:t>Cassette &amp; Walkman (1970s–80s)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931C1-E27C-9024-D8A5-6EA015187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75360"/>
            <a:ext cx="9914860" cy="529335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Cassette Tape: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 device with magnetic tape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storing and recording audio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by Philips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Walkman: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Portable cassette player by Sony (1979)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personal listening with headphones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music personal and portable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popularity among youth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75E11-E613-B458-E38A-E591A820F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271" y="2404288"/>
            <a:ext cx="3325004" cy="21896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437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423E-E1EF-BD2B-15C2-6EEBD701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5" y="295700"/>
            <a:ext cx="9914859" cy="687526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CDs &amp; Digital Audio (1990s)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82D5-0F10-6FAA-FA3D-996CAB3F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480" y="983226"/>
            <a:ext cx="9782780" cy="5579074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from analog to digital music </a:t>
            </a:r>
          </a:p>
          <a:p>
            <a:pPr algn="just">
              <a:buClr>
                <a:schemeClr val="tx1"/>
              </a:buClr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 Discs (CDs) became popular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lvl="1" indent="-3302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High-quality, noise-free sound </a:t>
            </a:r>
          </a:p>
          <a:p>
            <a:pPr lvl="1" indent="-3302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track selection </a:t>
            </a:r>
          </a:p>
          <a:p>
            <a:pPr lvl="1" indent="-3302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up to ~700 MB (~80 minutes) </a:t>
            </a:r>
          </a:p>
          <a:p>
            <a:pPr lvl="1" indent="-3302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durable than cassettes 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</a:p>
          <a:p>
            <a:pPr lvl="1" indent="-3302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Replaced cassettes and vinyl </a:t>
            </a:r>
          </a:p>
          <a:p>
            <a:pPr lvl="1" indent="-3302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Boosted global music sales </a:t>
            </a:r>
          </a:p>
          <a:p>
            <a:pPr lvl="1" indent="-330200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Encouraged digital production 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 indent="-422275" algn="just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Laid foundation for MP3 and streaming</a:t>
            </a:r>
          </a:p>
          <a:p>
            <a:pPr algn="just"/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51E75-82C1-ED8E-1440-33DBA5537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815" y="2313545"/>
            <a:ext cx="3025785" cy="19536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9985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11C2-00A4-47E4-B19B-19E20259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5" y="403855"/>
            <a:ext cx="9914859" cy="648197"/>
          </a:xfrm>
        </p:spPr>
        <p:txBody>
          <a:bodyPr/>
          <a:lstStyle/>
          <a:p>
            <a:pPr algn="ctr"/>
            <a:r>
              <a:rPr lang="en-IN" sz="3200" dirty="0"/>
              <a:t>Internet &amp; MP3 (2000s)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A3D5A-3CE7-0A08-792A-CA7E34D14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960" y="1052052"/>
            <a:ext cx="6159582" cy="56941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became fully digital 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online access and sharing 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Changes: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and share songs online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thousands of songs in one device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music anytime via internet 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Napster (file sharing)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 iPod (portable music storage)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iTunes Store (online music purchase) 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use of CDs </a:t>
            </a:r>
          </a:p>
          <a:p>
            <a:pPr marL="720725" indent="-355600">
              <a:lnSpc>
                <a:spcPct val="10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music portable and convenient</a:t>
            </a:r>
          </a:p>
          <a:p>
            <a:pPr>
              <a:lnSpc>
                <a:spcPct val="100000"/>
              </a:lnSpc>
            </a:pP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229EA9-C5D1-AA34-65FD-0305D0D33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181" y="2390323"/>
            <a:ext cx="4040381" cy="27617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7835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37F6-D766-28DB-73E7-C55CA5D5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285868"/>
            <a:ext cx="9914859" cy="608867"/>
          </a:xfrm>
        </p:spPr>
        <p:txBody>
          <a:bodyPr/>
          <a:lstStyle/>
          <a:p>
            <a:pPr algn="ctr"/>
            <a:r>
              <a:rPr lang="en-IN" sz="3200" dirty="0"/>
              <a:t>Streaming Era (2010s)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4E560-3DA9-5FA6-9BE9-F54F6B938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120" y="894735"/>
            <a:ext cx="6256106" cy="55873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available instantly via internet </a:t>
            </a:r>
          </a:p>
          <a:p>
            <a:pPr>
              <a:lnSpc>
                <a:spcPct val="110000"/>
              </a:lnSpc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need to download or store files </a:t>
            </a:r>
          </a:p>
          <a:p>
            <a:pPr marL="0" indent="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millions of songs anytime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Multi-device support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listening options </a:t>
            </a:r>
          </a:p>
          <a:p>
            <a:pPr marL="0" indent="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Spotify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 Music </a:t>
            </a:r>
          </a:p>
          <a:p>
            <a:pPr marL="0" indent="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and easier access to music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personalized listening experience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7C583D-1584-DC29-064F-F63C996FC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662" y="2618170"/>
            <a:ext cx="4248703" cy="23077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46694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9C79-7C20-97CB-D719-4599EEC8C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295700"/>
            <a:ext cx="9914859" cy="608867"/>
          </a:xfrm>
        </p:spPr>
        <p:txBody>
          <a:bodyPr/>
          <a:lstStyle/>
          <a:p>
            <a:pPr algn="ctr"/>
            <a:r>
              <a:rPr lang="en-IN" sz="3200" dirty="0"/>
              <a:t>AI and Modern Music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F5B3B-D883-14CE-52A2-16E6D7179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920" y="904566"/>
            <a:ext cx="9691340" cy="576039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transforming music </a:t>
            </a:r>
          </a:p>
          <a:p>
            <a:pPr marL="0" indent="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of AI: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Composing songs and melodies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music recommendations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enhancement (autotune, synthesis)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Assisting in music production </a:t>
            </a:r>
          </a:p>
          <a:p>
            <a:pPr marL="0" indent="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Spotify and YouTube recommendations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music tools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sound design </a:t>
            </a:r>
          </a:p>
          <a:p>
            <a:pPr marL="0" indent="0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creativity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 </a:t>
            </a:r>
          </a:p>
          <a:p>
            <a:pPr marL="720725" indent="-355600"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 new possibilities in music creation</a:t>
            </a:r>
          </a:p>
          <a:p>
            <a:pPr>
              <a:lnSpc>
                <a:spcPct val="11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79F9F-851A-F1D5-C5F5-A54C4D90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226" y="1692413"/>
            <a:ext cx="3934374" cy="390579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365936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247E-1E06-2D58-C13A-9BF28513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338510"/>
            <a:ext cx="9914859" cy="638364"/>
          </a:xfrm>
        </p:spPr>
        <p:txBody>
          <a:bodyPr/>
          <a:lstStyle/>
          <a:p>
            <a:pPr algn="ctr"/>
            <a:r>
              <a:rPr lang="en-IN" sz="3200" dirty="0"/>
              <a:t>Future of Music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18C91-8386-90B0-9C50-80283E7D0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170038"/>
            <a:ext cx="9914860" cy="48571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Trends: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 (VR) concerts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Hologram performances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AI-generated music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listening experiences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and immersive music </a:t>
            </a:r>
          </a:p>
          <a:p>
            <a:pPr marL="685800" indent="-685800">
              <a:lnSpc>
                <a:spcPct val="170000"/>
              </a:lnSpc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evolved from simple instruments to digital platforms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improved creation and accessibility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era transformed how we experience music </a:t>
            </a:r>
          </a:p>
          <a:p>
            <a:pPr lvl="1" indent="-3302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innovations will continue to reshape music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22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534D-AEDE-2D35-C9C8-D136C8F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239" y="2350345"/>
            <a:ext cx="4058618" cy="1739873"/>
          </a:xfrm>
        </p:spPr>
        <p:txBody>
          <a:bodyPr>
            <a:noAutofit/>
          </a:bodyPr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411621118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 overlay</Template>
  <TotalTime>95</TotalTime>
  <Words>643</Words>
  <Application>Microsoft Office PowerPoint</Application>
  <PresentationFormat>Widescreen</PresentationFormat>
  <Paragraphs>143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Nova Light</vt:lpstr>
      <vt:lpstr>Courier New</vt:lpstr>
      <vt:lpstr>Elephant</vt:lpstr>
      <vt:lpstr>Times New Roman</vt:lpstr>
      <vt:lpstr>ModOverlayVTI</vt:lpstr>
      <vt:lpstr>The Evolution of Music Through Technology</vt:lpstr>
      <vt:lpstr>Introduction</vt:lpstr>
      <vt:lpstr>Ancient Era</vt:lpstr>
      <vt:lpstr>Printing Press Era (15th Century)</vt:lpstr>
      <vt:lpstr>Phonograph &amp; Radio Era (Late 1800s–1950s)</vt:lpstr>
      <vt:lpstr>Magnetic Tape &amp; Vinyl Records</vt:lpstr>
      <vt:lpstr>Cassette &amp; Walkman (1970s–80s)</vt:lpstr>
      <vt:lpstr>CDs &amp; Digital Audio (1990s)</vt:lpstr>
      <vt:lpstr>Internet &amp; MP3 (2000s)</vt:lpstr>
      <vt:lpstr>Streaming Era (2010s)</vt:lpstr>
      <vt:lpstr>AI and Modern Music</vt:lpstr>
      <vt:lpstr>Future of Music Technology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lahari bandaru</dc:creator>
  <cp:lastModifiedBy>lahari bandaru</cp:lastModifiedBy>
  <cp:revision>2</cp:revision>
  <dcterms:created xsi:type="dcterms:W3CDTF">2026-05-04T16:38:27Z</dcterms:created>
  <dcterms:modified xsi:type="dcterms:W3CDTF">2026-05-04T18:14:01Z</dcterms:modified>
</cp:coreProperties>
</file>